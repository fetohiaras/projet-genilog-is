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jpeg" ContentType="image/jpeg"/>
  <Override PartName="/ppt/media/image5.png" ContentType="image/png"/>
  <Override PartName="/ppt/media/image7.png" ContentType="image/png"/>
  <Override PartName="/ppt/media/image8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1" descr="couv 16-9 25-03.jpg"/>
          <p:cNvPicPr/>
          <p:nvPr/>
        </p:nvPicPr>
        <p:blipFill>
          <a:blip r:embed="rId2"/>
          <a:stretch/>
        </p:blipFill>
        <p:spPr>
          <a:xfrm>
            <a:off x="0" y="0"/>
            <a:ext cx="11797920" cy="6857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720" cy="6844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720" cy="684468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4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720" cy="684468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" descr="der 16-9 25-03.jpg"/>
          <p:cNvPicPr/>
          <p:nvPr/>
        </p:nvPicPr>
        <p:blipFill>
          <a:blip r:embed="rId2"/>
          <a:stretch/>
        </p:blipFill>
        <p:spPr>
          <a:xfrm>
            <a:off x="0" y="4047120"/>
            <a:ext cx="12186000" cy="282060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/>
          <p:nvPr/>
        </p:nvSpPr>
        <p:spPr>
          <a:xfrm>
            <a:off x="2901600" y="3063960"/>
            <a:ext cx="9290160" cy="221436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itre 1"/>
          <p:cNvSpPr/>
          <p:nvPr/>
        </p:nvSpPr>
        <p:spPr>
          <a:xfrm>
            <a:off x="3759120" y="3306240"/>
            <a:ext cx="5572440" cy="11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fr-FR" sz="3400" spc="-1" strike="noStrike">
                <a:solidFill>
                  <a:srgbClr val="ffffff"/>
                </a:solidFill>
                <a:latin typeface="Myriad Pro"/>
              </a:rPr>
              <a:t>Backend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itre 1"/>
          <p:cNvSpPr/>
          <p:nvPr/>
        </p:nvSpPr>
        <p:spPr>
          <a:xfrm>
            <a:off x="3759120" y="4444200"/>
            <a:ext cx="557244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pc="-1" strike="noStrike">
                <a:solidFill>
                  <a:srgbClr val="ffffff"/>
                </a:solidFill>
                <a:latin typeface="Myriad Pro"/>
              </a:rPr>
              <a:t>LUKAS Maël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pc="-1" strike="noStrike">
                <a:solidFill>
                  <a:srgbClr val="ffffff"/>
                </a:solidFill>
                <a:latin typeface="Myriad Pro"/>
              </a:rPr>
              <a:t>ARCHENAULT Maël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Image 6" descr="Logo ENSEA 2021 quadri.psd"/>
          <p:cNvPicPr/>
          <p:nvPr/>
        </p:nvPicPr>
        <p:blipFill>
          <a:blip r:embed="rId1"/>
          <a:stretch/>
        </p:blipFill>
        <p:spPr>
          <a:xfrm>
            <a:off x="6730200" y="635400"/>
            <a:ext cx="1609200" cy="173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ous-titre 2"/>
          <p:cNvSpPr/>
          <p:nvPr/>
        </p:nvSpPr>
        <p:spPr>
          <a:xfrm>
            <a:off x="1116720" y="568440"/>
            <a:ext cx="36208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000" spc="-1" strike="noStrike">
                <a:solidFill>
                  <a:srgbClr val="9e003b"/>
                </a:solidFill>
                <a:latin typeface="Myriad Pro"/>
              </a:rPr>
              <a:t>Rôle du Backend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4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Rectangle 8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72360" y="2169720"/>
            <a:ext cx="11814840" cy="285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0"/>
          <p:cNvSpPr/>
          <p:nvPr/>
        </p:nvSpPr>
        <p:spPr>
          <a:xfrm>
            <a:off x="1116720" y="1099440"/>
            <a:ext cx="2940480" cy="54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Rectangle 12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Rectangle 13"/>
          <p:cNvSpPr/>
          <p:nvPr/>
        </p:nvSpPr>
        <p:spPr>
          <a:xfrm>
            <a:off x="2393640" y="1626840"/>
            <a:ext cx="6064560" cy="29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A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u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t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h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e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ti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fi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c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a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ti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o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G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e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st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io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 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d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e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 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e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si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o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V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al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id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a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ti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o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 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d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e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 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d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o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é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e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C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o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m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m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u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ni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c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a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ti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o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n 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A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PI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S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é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c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u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ri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t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é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Rectangle 14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Sous-titre 1"/>
          <p:cNvSpPr/>
          <p:nvPr/>
        </p:nvSpPr>
        <p:spPr>
          <a:xfrm>
            <a:off x="1116720" y="568440"/>
            <a:ext cx="80272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R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e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s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p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o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n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s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a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bi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lit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é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s 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d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u 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B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a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ck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e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n</a:t>
            </a: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/>
          <p:cNvSpPr/>
          <p:nvPr/>
        </p:nvSpPr>
        <p:spPr>
          <a:xfrm>
            <a:off x="2900520" y="2793960"/>
            <a:ext cx="9291240" cy="133740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itre 1"/>
          <p:cNvSpPr/>
          <p:nvPr/>
        </p:nvSpPr>
        <p:spPr>
          <a:xfrm>
            <a:off x="3438360" y="2760120"/>
            <a:ext cx="3984120" cy="13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200" spc="-1" strike="noStrike">
                <a:solidFill>
                  <a:srgbClr val="ffffff"/>
                </a:solidFill>
                <a:latin typeface="Myriad Pro"/>
                <a:ea typeface="ヒラギノ角ゴ Pro W3"/>
              </a:rPr>
              <a:t>Connexion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/>
          <p:nvPr/>
        </p:nvSpPr>
        <p:spPr>
          <a:xfrm>
            <a:off x="1116720" y="1099440"/>
            <a:ext cx="2940480" cy="54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Rectangle 9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Rectangle 11"/>
          <p:cNvSpPr/>
          <p:nvPr/>
        </p:nvSpPr>
        <p:spPr>
          <a:xfrm>
            <a:off x="1479240" y="1600200"/>
            <a:ext cx="60645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Réception depuis le </a:t>
            </a: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Frontend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Identifiants de </a:t>
            </a: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connexion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Demande de </a:t>
            </a: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réinitialisation de mot </a:t>
            </a: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de passe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Code de vérification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Nouveau mot de </a:t>
            </a: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passe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Rectangle 15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Sous-titre 3"/>
          <p:cNvSpPr/>
          <p:nvPr/>
        </p:nvSpPr>
        <p:spPr>
          <a:xfrm>
            <a:off x="1116720" y="568440"/>
            <a:ext cx="80272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Lien avec le Frontend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Rectangle 16"/>
          <p:cNvSpPr/>
          <p:nvPr/>
        </p:nvSpPr>
        <p:spPr>
          <a:xfrm>
            <a:off x="1479240" y="3886200"/>
            <a:ext cx="606456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Envoi vers le Frontend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Lien vers les différentes pages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Messages d’erreur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7"/>
          <p:cNvSpPr/>
          <p:nvPr/>
        </p:nvSpPr>
        <p:spPr>
          <a:xfrm>
            <a:off x="1116720" y="1099440"/>
            <a:ext cx="2940480" cy="54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18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19"/>
          <p:cNvSpPr/>
          <p:nvPr/>
        </p:nvSpPr>
        <p:spPr>
          <a:xfrm>
            <a:off x="1479240" y="1600200"/>
            <a:ext cx="60645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Lecture de la BDD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Existence de l’utilisateur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Hash du mot de passe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Vérification de la première connexion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Existence d’un mail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Rectangle 20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Sous-titre 4"/>
          <p:cNvSpPr/>
          <p:nvPr/>
        </p:nvSpPr>
        <p:spPr>
          <a:xfrm>
            <a:off x="1116720" y="568440"/>
            <a:ext cx="80272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Lien avec la BDD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21"/>
          <p:cNvSpPr/>
          <p:nvPr/>
        </p:nvSpPr>
        <p:spPr>
          <a:xfrm>
            <a:off x="1479240" y="3886200"/>
            <a:ext cx="606456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Modification de la BDD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Mise à jour du mot de passe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Mise à jour du booléen de première connexion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3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Rectangle 5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rcRect l="0" t="0" r="0" b="43056"/>
          <a:stretch/>
        </p:blipFill>
        <p:spPr>
          <a:xfrm>
            <a:off x="228600" y="1371600"/>
            <a:ext cx="5943600" cy="4014360"/>
          </a:xfrm>
          <a:prstGeom prst="rect">
            <a:avLst/>
          </a:prstGeom>
          <a:ln w="0">
            <a:noFill/>
          </a:ln>
        </p:spPr>
      </p:pic>
      <p:pic>
        <p:nvPicPr>
          <p:cNvPr id="45" name="" descr=""/>
          <p:cNvPicPr/>
          <p:nvPr/>
        </p:nvPicPr>
        <p:blipFill>
          <a:blip r:embed="rId2"/>
          <a:srcRect l="0" t="56203" r="0" b="0"/>
          <a:stretch/>
        </p:blipFill>
        <p:spPr>
          <a:xfrm>
            <a:off x="6400800" y="1828800"/>
            <a:ext cx="5659560" cy="293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2"/>
          <p:cNvSpPr/>
          <p:nvPr/>
        </p:nvSpPr>
        <p:spPr>
          <a:xfrm>
            <a:off x="2900520" y="2793960"/>
            <a:ext cx="9291240" cy="133740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Titre 3"/>
          <p:cNvSpPr/>
          <p:nvPr/>
        </p:nvSpPr>
        <p:spPr>
          <a:xfrm>
            <a:off x="3438360" y="2760120"/>
            <a:ext cx="3984120" cy="13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200" spc="-1" strike="noStrike">
                <a:solidFill>
                  <a:srgbClr val="ffffff"/>
                </a:solidFill>
                <a:latin typeface="Myriad Pro"/>
                <a:ea typeface="ヒラギノ角ゴ Pro W3"/>
              </a:rPr>
              <a:t>Page Principale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4"/>
          <p:cNvSpPr/>
          <p:nvPr/>
        </p:nvSpPr>
        <p:spPr>
          <a:xfrm>
            <a:off x="1116720" y="1099440"/>
            <a:ext cx="2940480" cy="54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 45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Rectangle 46"/>
          <p:cNvSpPr/>
          <p:nvPr/>
        </p:nvSpPr>
        <p:spPr>
          <a:xfrm>
            <a:off x="1479240" y="1600200"/>
            <a:ext cx="60645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Réception depuis le Frontend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Paramètres de création/modification/suppression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Demande de récupération de données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Saisies périodiques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Demande de clôture de lot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Rectangle 47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Sous-titre 5"/>
          <p:cNvSpPr/>
          <p:nvPr/>
        </p:nvSpPr>
        <p:spPr>
          <a:xfrm>
            <a:off x="1116720" y="568440"/>
            <a:ext cx="80272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Lien avec le Frontend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ectangle 48"/>
          <p:cNvSpPr/>
          <p:nvPr/>
        </p:nvSpPr>
        <p:spPr>
          <a:xfrm>
            <a:off x="1479240" y="3886200"/>
            <a:ext cx="6064560" cy="12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Envoi vers le Frontend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Liste de projets/lots/activités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Informations utilisateur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Message de confirmation/erreur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49"/>
          <p:cNvSpPr/>
          <p:nvPr/>
        </p:nvSpPr>
        <p:spPr>
          <a:xfrm>
            <a:off x="1116720" y="1099440"/>
            <a:ext cx="2940480" cy="54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ectangle 50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ectangle 51"/>
          <p:cNvSpPr/>
          <p:nvPr/>
        </p:nvSpPr>
        <p:spPr>
          <a:xfrm>
            <a:off x="1479240" y="1600200"/>
            <a:ext cx="60645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Lecture de la BDD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Vérification existence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Récupération projet/lots/activités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Vérification permissions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Récupération informations utilisateur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Rectangle 52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Sous-titre 6"/>
          <p:cNvSpPr/>
          <p:nvPr/>
        </p:nvSpPr>
        <p:spPr>
          <a:xfrm>
            <a:off x="1116720" y="568440"/>
            <a:ext cx="802728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pc="-1" strike="noStrike">
                <a:solidFill>
                  <a:srgbClr val="9e003b"/>
                </a:solidFill>
                <a:latin typeface="Myriad Pro"/>
              </a:rPr>
              <a:t>Lien avec la BDD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 53"/>
          <p:cNvSpPr/>
          <p:nvPr/>
        </p:nvSpPr>
        <p:spPr>
          <a:xfrm>
            <a:off x="1479240" y="3886200"/>
            <a:ext cx="606456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pc="-1" strike="noStrike">
                <a:solidFill>
                  <a:srgbClr val="777877"/>
                </a:solidFill>
                <a:latin typeface="Myriad Pro"/>
              </a:rPr>
              <a:t>Modification de la BDD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Création/modification/suppression des projets/lots/activités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Enregistrement des saisies périodiques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pc="-1" strike="noStrike">
                <a:solidFill>
                  <a:srgbClr val="777877"/>
                </a:solidFill>
                <a:latin typeface="Myriad Pro"/>
              </a:rPr>
              <a:t>Clôture lot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25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 43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rcRect l="0" t="0" r="1315" b="0"/>
          <a:stretch/>
        </p:blipFill>
        <p:spPr>
          <a:xfrm>
            <a:off x="1371600" y="457200"/>
            <a:ext cx="9143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22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23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481400" y="228600"/>
            <a:ext cx="9034200" cy="613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42"/>
          <p:cNvSpPr/>
          <p:nvPr/>
        </p:nvSpPr>
        <p:spPr>
          <a:xfrm>
            <a:off x="2900520" y="2793960"/>
            <a:ext cx="9291240" cy="133740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7" name="Titre 2"/>
          <p:cNvSpPr/>
          <p:nvPr/>
        </p:nvSpPr>
        <p:spPr>
          <a:xfrm>
            <a:off x="3438360" y="2760120"/>
            <a:ext cx="3984120" cy="13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200" spc="-1" strike="noStrike">
                <a:solidFill>
                  <a:srgbClr val="ffffff"/>
                </a:solidFill>
                <a:latin typeface="Myriad Pro"/>
                <a:ea typeface="ヒラギノ角ゴ Pro W3"/>
              </a:rPr>
              <a:t>Retour d’expérience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"/>
          <p:cNvSpPr/>
          <p:nvPr/>
        </p:nvSpPr>
        <p:spPr>
          <a:xfrm>
            <a:off x="1116720" y="1099440"/>
            <a:ext cx="2940480" cy="54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24"/>
          <p:cNvSpPr/>
          <p:nvPr/>
        </p:nvSpPr>
        <p:spPr>
          <a:xfrm>
            <a:off x="8951760" y="6469920"/>
            <a:ext cx="2940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pc="-1" strike="noStrike">
                <a:solidFill>
                  <a:srgbClr val="777877"/>
                </a:solidFill>
                <a:latin typeface="Myriad Pro"/>
              </a:rPr>
              <a:t>Prénom NOM - 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26"/>
          <p:cNvSpPr/>
          <p:nvPr/>
        </p:nvSpPr>
        <p:spPr>
          <a:xfrm>
            <a:off x="2393640" y="1626840"/>
            <a:ext cx="6064560" cy="40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Vision erronée du travail à effectuer au 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début du projet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Difficulté à transformer les idées en </a:t>
            </a: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visuels clairs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Groupe de 2 → Facilité d’organisation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pc="-1" strike="noStrike">
                <a:solidFill>
                  <a:srgbClr val="777877"/>
                </a:solidFill>
                <a:latin typeface="Myriad Pro"/>
              </a:rPr>
              <a:t>Découverte d’un nouveau domaine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27"/>
          <p:cNvSpPr/>
          <p:nvPr/>
        </p:nvSpPr>
        <p:spPr>
          <a:xfrm flipV="1">
            <a:off x="10195200" y="6404040"/>
            <a:ext cx="1619640" cy="4536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LibreOffice/24.2.7.2$Linux_X86_64 LibreOffice_project/420$Build-2</Application>
  <AppVersion>15.0000</AppVersion>
  <Words>1049</Words>
  <Paragraphs>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2021-03-25T13:34:06Z</dcterms:created>
  <dc:creator>ENERGEN ENERGEN</dc:creator>
  <dc:description/>
  <dc:language>en-US</dc:language>
  <cp:lastModifiedBy/>
  <dcterms:modified xsi:type="dcterms:W3CDTF">2025-12-08T14:54:50Z</dcterms:modified>
  <cp:revision>17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8</vt:i4>
  </property>
</Properties>
</file>