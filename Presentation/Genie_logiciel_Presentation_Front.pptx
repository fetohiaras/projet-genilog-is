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6" r:id="rId2"/>
  </p:sldMasterIdLst>
  <p:sldIdLst>
    <p:sldId id="258" r:id="rId3"/>
    <p:sldId id="261" r:id="rId4"/>
    <p:sldId id="265" r:id="rId5"/>
    <p:sldId id="267" r:id="rId6"/>
    <p:sldId id="264" r:id="rId7"/>
    <p:sldId id="266" r:id="rId8"/>
    <p:sldId id="268" r:id="rId9"/>
    <p:sldId id="269" r:id="rId10"/>
    <p:sldId id="270" r:id="rId11"/>
    <p:sldId id="272" r:id="rId12"/>
    <p:sldId id="271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FA3F2-92FF-F8F5-1720-DD68222D7250}" v="143" dt="2025-12-08T12:59:17.006"/>
    <p1510:client id="{737A485B-CA1A-2997-D390-1EBC62E70581}" v="102" dt="2025-12-08T13:21:09.228"/>
    <p1510:client id="{86F74AAC-A6E1-18E3-501E-BDAA2AC31BE2}" v="108" dt="2025-12-08T13:22:08.429"/>
    <p1510:client id="{8CBEBCCC-3ED0-BB51-2033-98FB83041153}" v="1783" dt="2025-12-08T13:42:07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8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3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29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60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>
              <a:defRPr/>
            </a:pPr>
            <a:r>
              <a:rPr lang="fr-FR" sz="2200">
                <a:solidFill>
                  <a:prstClr val="white"/>
                </a:solidFill>
                <a:latin typeface="Myriad Pro"/>
              </a:rPr>
              <a:t>Front 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95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 defTabSz="457200">
              <a:defRPr/>
            </a:pPr>
            <a:endParaRPr lang="it-IT" sz="900">
              <a:solidFill>
                <a:srgbClr val="777877"/>
              </a:solidFill>
              <a:latin typeface="Myriad Pro"/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7940" y="1099352"/>
            <a:ext cx="9800380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777877"/>
              </a:solidFill>
              <a:effectLst/>
              <a:uLnTx/>
              <a:uFillTx/>
              <a:latin typeface="Myriad Pro"/>
              <a:ea typeface="+mn-ea"/>
              <a:cs typeface="Myriad Pro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05CD585-7D05-B662-0624-DB241A3D3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5364" y="14613"/>
            <a:ext cx="7241271" cy="683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4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A8DB8-CCAC-810C-7C13-A866F62F5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2E3CB-6FD3-BD60-33AF-F7AFC745FC9A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 defTabSz="457200">
              <a:defRPr/>
            </a:pPr>
            <a:endParaRPr lang="it-IT" sz="900">
              <a:solidFill>
                <a:srgbClr val="777877"/>
              </a:solidFill>
              <a:latin typeface="Myriad Pr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68DD6C-64BB-55A2-2051-265B4563CAD5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4AA44-7010-AD38-0AA7-A9B4EE381DC8}"/>
              </a:ext>
            </a:extLst>
          </p:cNvPr>
          <p:cNvSpPr/>
          <p:nvPr/>
        </p:nvSpPr>
        <p:spPr>
          <a:xfrm>
            <a:off x="887940" y="1099352"/>
            <a:ext cx="9800380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777877"/>
              </a:solidFill>
              <a:effectLst/>
              <a:uLnTx/>
              <a:uFillTx/>
              <a:latin typeface="Myriad Pro"/>
              <a:ea typeface="+mn-ea"/>
              <a:cs typeface="Myriad Pro"/>
            </a:endParaRPr>
          </a:p>
        </p:txBody>
      </p:sp>
      <p:pic>
        <p:nvPicPr>
          <p:cNvPr id="5" name="Image 4" descr="Une image contenant texte, diagramme, capture d’écran, Plan&#10;&#10;Le contenu généré par l’IA peut être incorrect.">
            <a:extLst>
              <a:ext uri="{FF2B5EF4-FFF2-40B4-BE49-F238E27FC236}">
                <a16:creationId xmlns:a16="http://schemas.microsoft.com/office/drawing/2014/main" id="{1860BA84-C633-6FAA-F0B1-C603F56EBF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408" b="-329"/>
          <a:stretch>
            <a:fillRect/>
          </a:stretch>
        </p:blipFill>
        <p:spPr>
          <a:xfrm>
            <a:off x="1371600" y="140657"/>
            <a:ext cx="9157178" cy="656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98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1A28-C888-7CC4-1B71-47A0CADD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C2D263-9222-F66C-AA4B-2B60AA8C20A3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 defTabSz="457200">
              <a:defRPr/>
            </a:pPr>
            <a:endParaRPr lang="it-IT" sz="900">
              <a:solidFill>
                <a:srgbClr val="777877"/>
              </a:solidFill>
              <a:latin typeface="Myriad Pr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397ACB-FDBC-384D-254F-7EC519C7231C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9E5364-61D2-6D7C-B479-EE62F9181F51}"/>
              </a:ext>
            </a:extLst>
          </p:cNvPr>
          <p:cNvSpPr/>
          <p:nvPr/>
        </p:nvSpPr>
        <p:spPr>
          <a:xfrm>
            <a:off x="887940" y="1099352"/>
            <a:ext cx="9800380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777877"/>
              </a:solidFill>
              <a:effectLst/>
              <a:uLnTx/>
              <a:uFillTx/>
              <a:latin typeface="Myriad Pro"/>
              <a:ea typeface="+mn-ea"/>
              <a:cs typeface="Myriad Pro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2D33D3-124D-6AD1-C904-2AE185AF8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501" y="614363"/>
            <a:ext cx="54387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FC653-EAEE-8573-0E0D-D14241F4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521E5A-AF32-3265-F762-1F46B35694C5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45FAC-3FF9-BEBA-8FC0-8E3B03C6370E}"/>
              </a:ext>
            </a:extLst>
          </p:cNvPr>
          <p:cNvSpPr/>
          <p:nvPr/>
        </p:nvSpPr>
        <p:spPr>
          <a:xfrm>
            <a:off x="887940" y="1099352"/>
            <a:ext cx="9800380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777877"/>
              </a:solidFill>
              <a:effectLst/>
              <a:uLnTx/>
              <a:uFillTx/>
              <a:latin typeface="Myriad Pro"/>
              <a:ea typeface="+mn-ea"/>
              <a:cs typeface="Myriad Pr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D6AC59-997B-F636-412C-FB82F302F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962" y="276225"/>
            <a:ext cx="5172075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5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4F36-58E7-A1C6-9E36-321A9EA22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DED644-C4B0-84C3-8973-FB044C28E716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 defTabSz="457200">
              <a:defRPr/>
            </a:pPr>
            <a:endParaRPr lang="it-IT" sz="900">
              <a:solidFill>
                <a:srgbClr val="777877"/>
              </a:solidFill>
              <a:latin typeface="Myriad Pr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EC2FB4-6846-3544-E8B7-FFCB119FC972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48A787-9BDE-9FCF-A97E-D18779D288D6}"/>
              </a:ext>
            </a:extLst>
          </p:cNvPr>
          <p:cNvSpPr/>
          <p:nvPr/>
        </p:nvSpPr>
        <p:spPr>
          <a:xfrm>
            <a:off x="887940" y="1099352"/>
            <a:ext cx="9800380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777877"/>
              </a:solidFill>
              <a:effectLst/>
              <a:uLnTx/>
              <a:uFillTx/>
              <a:latin typeface="Myriad Pro"/>
              <a:ea typeface="+mn-ea"/>
              <a:cs typeface="Myriad Pro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8FF9B3-8133-F4D4-C3EE-24E155570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9616" y="-17929"/>
            <a:ext cx="5819620" cy="6591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28CD4D-3582-E20D-C2F5-3F3EE086105B}"/>
              </a:ext>
            </a:extLst>
          </p:cNvPr>
          <p:cNvSpPr txBox="1"/>
          <p:nvPr/>
        </p:nvSpPr>
        <p:spPr>
          <a:xfrm>
            <a:off x="1676671" y="910136"/>
            <a:ext cx="274320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ea typeface="Calibri"/>
                <a:cs typeface="Calibri"/>
              </a:rPr>
              <a:t>Bloc D</a:t>
            </a:r>
          </a:p>
        </p:txBody>
      </p:sp>
    </p:spTree>
    <p:extLst>
      <p:ext uri="{BB962C8B-B14F-4D97-AF65-F5344CB8AC3E}">
        <p14:creationId xmlns:p14="http://schemas.microsoft.com/office/powerpoint/2010/main" val="4107147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1A5411-D7D7-F31C-FCE8-2EE54005AEB6}"/>
              </a:ext>
            </a:extLst>
          </p:cNvPr>
          <p:cNvSpPr txBox="1"/>
          <p:nvPr/>
        </p:nvSpPr>
        <p:spPr>
          <a:xfrm>
            <a:off x="1889582" y="461901"/>
            <a:ext cx="274320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ea typeface="Calibri"/>
                <a:cs typeface="Calibri"/>
              </a:rPr>
              <a:t>Bloc E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E0C569A-9671-F407-14BA-63224A091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936" y="717826"/>
            <a:ext cx="10119172" cy="614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15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FDB9E-E700-7044-7E17-F6F69828B1B4}"/>
              </a:ext>
            </a:extLst>
          </p:cNvPr>
          <p:cNvSpPr txBox="1"/>
          <p:nvPr/>
        </p:nvSpPr>
        <p:spPr>
          <a:xfrm>
            <a:off x="3066200" y="742048"/>
            <a:ext cx="274320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ea typeface="Calibri"/>
                <a:cs typeface="Calibri"/>
              </a:rPr>
              <a:t>Bloc F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8414268-60A5-415C-DCC4-0B2BD5262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7686"/>
            <a:ext cx="12192000" cy="296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5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93D4-A37B-7D64-03E0-F2A195E6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64C541-87AD-CFC5-B8D8-2453CBB7379A}"/>
              </a:ext>
            </a:extLst>
          </p:cNvPr>
          <p:cNvSpPr txBox="1"/>
          <p:nvPr/>
        </p:nvSpPr>
        <p:spPr>
          <a:xfrm>
            <a:off x="996926" y="200072"/>
            <a:ext cx="1026234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Critiques : </a:t>
            </a:r>
          </a:p>
          <a:p>
            <a:pPr marL="742950" lvl="1" indent="-285750">
              <a:buFont typeface="Courier New"/>
              <a:buChar char="o"/>
            </a:pPr>
            <a:endParaRPr lang="en-US" err="1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Front end trop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avance</a:t>
            </a:r>
            <a:r>
              <a:rPr lang="en-US" dirty="0">
                <a:ea typeface="Calibri"/>
                <a:cs typeface="Calibri"/>
              </a:rPr>
              <a:t> (</a:t>
            </a:r>
            <a:r>
              <a:rPr lang="en-US" dirty="0" err="1">
                <a:ea typeface="Calibri"/>
                <a:cs typeface="Calibri"/>
              </a:rPr>
              <a:t>mauvaise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répartiton</a:t>
            </a:r>
            <a:r>
              <a:rPr lang="en-US" dirty="0">
                <a:ea typeface="Calibri"/>
                <a:cs typeface="Calibri"/>
              </a:rPr>
              <a:t>)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Manque </a:t>
            </a:r>
            <a:r>
              <a:rPr lang="en-US" dirty="0" err="1">
                <a:ea typeface="Calibri"/>
                <a:cs typeface="Calibri"/>
              </a:rPr>
              <a:t>groupe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scénario</a:t>
            </a:r>
            <a:endParaRPr lang="en-US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Chef </a:t>
            </a:r>
            <a:r>
              <a:rPr lang="en-US" dirty="0" err="1">
                <a:ea typeface="Calibri"/>
                <a:cs typeface="Calibri"/>
              </a:rPr>
              <a:t>projet</a:t>
            </a:r>
            <a:r>
              <a:rPr lang="en-US" dirty="0">
                <a:ea typeface="Calibri"/>
                <a:cs typeface="Calibri"/>
              </a:rPr>
              <a:t> front, </a:t>
            </a:r>
            <a:r>
              <a:rPr lang="en-US" dirty="0" err="1">
                <a:ea typeface="Calibri"/>
                <a:cs typeface="Calibri"/>
              </a:rPr>
              <a:t>allait</a:t>
            </a:r>
            <a:r>
              <a:rPr lang="en-US" dirty="0">
                <a:ea typeface="Calibri"/>
                <a:cs typeface="Calibri"/>
              </a:rPr>
              <a:t> informer les </a:t>
            </a:r>
            <a:r>
              <a:rPr lang="en-US" dirty="0" err="1">
                <a:ea typeface="Calibri"/>
                <a:cs typeface="Calibri"/>
              </a:rPr>
              <a:t>autres</a:t>
            </a:r>
            <a:r>
              <a:rPr lang="en-US" dirty="0">
                <a:ea typeface="Calibri"/>
                <a:cs typeface="Calibri"/>
              </a:rPr>
              <a:t> -&gt; brief </a:t>
            </a:r>
            <a:r>
              <a:rPr lang="en-US" dirty="0" err="1">
                <a:ea typeface="Calibri"/>
                <a:cs typeface="Calibri"/>
              </a:rPr>
              <a:t>nécessaire</a:t>
            </a:r>
            <a:r>
              <a:rPr lang="en-US" dirty="0">
                <a:ea typeface="Calibri"/>
                <a:cs typeface="Calibri"/>
              </a:rPr>
              <a:t> pour </a:t>
            </a:r>
            <a:r>
              <a:rPr lang="en-US" dirty="0" err="1">
                <a:ea typeface="Calibri"/>
                <a:cs typeface="Calibri"/>
              </a:rPr>
              <a:t>reprendre</a:t>
            </a:r>
            <a:r>
              <a:rPr lang="en-US" dirty="0">
                <a:ea typeface="Calibri"/>
                <a:cs typeface="Calibri"/>
              </a:rPr>
              <a:t> le travail de son équipe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ADEAC-0E5F-6756-F53E-391972CE391A}"/>
              </a:ext>
            </a:extLst>
          </p:cNvPr>
          <p:cNvSpPr txBox="1"/>
          <p:nvPr/>
        </p:nvSpPr>
        <p:spPr>
          <a:xfrm>
            <a:off x="983292" y="2410342"/>
            <a:ext cx="993737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Calibri"/>
                <a:cs typeface="Calibri"/>
              </a:rPr>
              <a:t>Positif</a:t>
            </a:r>
            <a:r>
              <a:rPr lang="en-US" dirty="0">
                <a:ea typeface="Calibri"/>
                <a:cs typeface="Calibri"/>
              </a:rPr>
              <a:t> :</a:t>
            </a:r>
          </a:p>
          <a:p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Travail de </a:t>
            </a:r>
            <a:r>
              <a:rPr lang="en-US" dirty="0" err="1">
                <a:ea typeface="Calibri"/>
                <a:cs typeface="Calibri"/>
              </a:rPr>
              <a:t>tous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basé</a:t>
            </a:r>
            <a:r>
              <a:rPr lang="en-US" dirty="0">
                <a:ea typeface="Calibri"/>
                <a:cs typeface="Calibri"/>
              </a:rPr>
              <a:t> sur un </a:t>
            </a:r>
            <a:r>
              <a:rPr lang="en-US" dirty="0" err="1">
                <a:ea typeface="Calibri"/>
                <a:cs typeface="Calibri"/>
              </a:rPr>
              <a:t>scénario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donc</a:t>
            </a:r>
            <a:r>
              <a:rPr lang="en-US" dirty="0">
                <a:ea typeface="Calibri"/>
                <a:cs typeface="Calibri"/>
              </a:rPr>
              <a:t> on </a:t>
            </a:r>
            <a:r>
              <a:rPr lang="en-US" dirty="0" err="1">
                <a:ea typeface="Calibri"/>
                <a:cs typeface="Calibri"/>
              </a:rPr>
              <a:t>peut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travailler</a:t>
            </a:r>
            <a:r>
              <a:rPr lang="en-US" dirty="0">
                <a:ea typeface="Calibri"/>
                <a:cs typeface="Calibri"/>
              </a:rPr>
              <a:t> sur </a:t>
            </a:r>
            <a:r>
              <a:rPr lang="en-US" dirty="0" err="1">
                <a:ea typeface="Calibri"/>
                <a:cs typeface="Calibri"/>
              </a:rPr>
              <a:t>une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même</a:t>
            </a:r>
            <a:r>
              <a:rPr lang="en-US" dirty="0">
                <a:ea typeface="Calibri"/>
                <a:cs typeface="Calibri"/>
              </a:rPr>
              <a:t> base</a:t>
            </a:r>
          </a:p>
          <a:p>
            <a:pPr marL="285750" indent="-2857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Une </a:t>
            </a:r>
            <a:r>
              <a:rPr lang="en-US" dirty="0" err="1">
                <a:ea typeface="Calibri"/>
                <a:cs typeface="Calibri"/>
              </a:rPr>
              <a:t>fois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l'organisation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était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là</a:t>
            </a:r>
            <a:r>
              <a:rPr lang="en-US" dirty="0">
                <a:ea typeface="Calibri"/>
                <a:cs typeface="Calibri"/>
              </a:rPr>
              <a:t>, le travail </a:t>
            </a:r>
            <a:r>
              <a:rPr lang="en-US" dirty="0" err="1">
                <a:ea typeface="Calibri"/>
                <a:cs typeface="Calibri"/>
              </a:rPr>
              <a:t>fut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efficace</a:t>
            </a:r>
          </a:p>
          <a:p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 err="1">
                <a:ea typeface="Calibri"/>
                <a:cs typeface="Calibri"/>
              </a:rPr>
              <a:t>Cohésion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d'équipe</a:t>
            </a:r>
          </a:p>
          <a:p>
            <a:pPr marL="285750" indent="-2857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Bonne </a:t>
            </a:r>
            <a:r>
              <a:rPr lang="en-US" dirty="0" err="1">
                <a:ea typeface="Calibri"/>
                <a:cs typeface="Calibri"/>
              </a:rPr>
              <a:t>répartition</a:t>
            </a:r>
            <a:r>
              <a:rPr lang="en-US" dirty="0">
                <a:ea typeface="Calibri"/>
                <a:cs typeface="Calibri"/>
              </a:rPr>
              <a:t> au sein de </a:t>
            </a:r>
            <a:r>
              <a:rPr lang="en-US" dirty="0" err="1">
                <a:ea typeface="Calibri"/>
                <a:cs typeface="Calibri"/>
              </a:rPr>
              <a:t>l'équipe</a:t>
            </a:r>
          </a:p>
          <a:p>
            <a:pPr marL="285750" indent="-2857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9978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634405-6A62-7FDD-1DA5-D3C8F60FD29D}"/>
              </a:ext>
            </a:extLst>
          </p:cNvPr>
          <p:cNvSpPr txBox="1"/>
          <p:nvPr/>
        </p:nvSpPr>
        <p:spPr>
          <a:xfrm>
            <a:off x="1548266" y="468179"/>
            <a:ext cx="9455061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Critiques </a:t>
            </a:r>
            <a:r>
              <a:rPr lang="en-US" err="1">
                <a:ea typeface="Calibri"/>
                <a:cs typeface="Calibri"/>
              </a:rPr>
              <a:t>globals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dirty="0">
                <a:ea typeface="Calibri"/>
                <a:cs typeface="Calibri"/>
              </a:rPr>
              <a:t>Trop long à </a:t>
            </a:r>
            <a:r>
              <a:rPr lang="en-US" dirty="0" err="1">
                <a:ea typeface="Calibri"/>
                <a:cs typeface="Calibri"/>
              </a:rPr>
              <a:t>s'organiser</a:t>
            </a:r>
            <a:r>
              <a:rPr lang="en-US" dirty="0">
                <a:ea typeface="Calibri"/>
                <a:cs typeface="Calibri"/>
              </a:rPr>
              <a:t> au début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dirty="0">
                <a:ea typeface="Calibri"/>
                <a:cs typeface="Calibri"/>
              </a:rPr>
              <a:t>Temps pour </a:t>
            </a:r>
            <a:r>
              <a:rPr lang="en-US" dirty="0" err="1">
                <a:ea typeface="Calibri"/>
                <a:cs typeface="Calibri"/>
              </a:rPr>
              <a:t>créer</a:t>
            </a:r>
            <a:r>
              <a:rPr lang="en-US" dirty="0">
                <a:ea typeface="Calibri"/>
                <a:cs typeface="Calibri"/>
              </a:rPr>
              <a:t> les sous </a:t>
            </a:r>
            <a:r>
              <a:rPr lang="en-US" dirty="0" err="1">
                <a:ea typeface="Calibri"/>
                <a:cs typeface="Calibri"/>
              </a:rPr>
              <a:t>groupes</a:t>
            </a:r>
            <a:endParaRPr lang="en-US" dirty="0">
              <a:ea typeface="Calibri"/>
              <a:cs typeface="Calibri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dirty="0">
                <a:ea typeface="Calibri"/>
                <a:cs typeface="Calibri"/>
              </a:rPr>
              <a:t>Temps de </a:t>
            </a:r>
            <a:r>
              <a:rPr lang="en-US" dirty="0" err="1">
                <a:ea typeface="Calibri"/>
                <a:cs typeface="Calibri"/>
              </a:rPr>
              <a:t>compréhension</a:t>
            </a:r>
            <a:r>
              <a:rPr lang="en-US" dirty="0">
                <a:ea typeface="Calibri"/>
                <a:cs typeface="Calibri"/>
              </a:rPr>
              <a:t> de la </a:t>
            </a:r>
            <a:r>
              <a:rPr lang="en-US" dirty="0" err="1">
                <a:ea typeface="Calibri"/>
                <a:cs typeface="Calibri"/>
              </a:rPr>
              <a:t>spécification</a:t>
            </a:r>
            <a:r>
              <a:rPr lang="en-US" dirty="0">
                <a:ea typeface="Calibri"/>
                <a:cs typeface="Calibri"/>
              </a:rPr>
              <a:t> (temps à </a:t>
            </a:r>
            <a:r>
              <a:rPr lang="en-US" dirty="0" err="1">
                <a:ea typeface="Calibri"/>
                <a:cs typeface="Calibri"/>
              </a:rPr>
              <a:t>réfléchir</a:t>
            </a:r>
            <a:r>
              <a:rPr lang="en-US" dirty="0">
                <a:ea typeface="Calibri"/>
                <a:cs typeface="Calibri"/>
              </a:rPr>
              <a:t> sans </a:t>
            </a:r>
            <a:r>
              <a:rPr lang="en-US" dirty="0" err="1">
                <a:ea typeface="Calibri"/>
                <a:cs typeface="Calibri"/>
              </a:rPr>
              <a:t>agir</a:t>
            </a:r>
            <a:r>
              <a:rPr lang="en-US" dirty="0">
                <a:ea typeface="Calibri"/>
                <a:cs typeface="Calibri"/>
              </a:rPr>
              <a:t>)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dirty="0">
                <a:ea typeface="Calibri"/>
                <a:cs typeface="Calibri"/>
              </a:rPr>
              <a:t>Temps de </a:t>
            </a:r>
            <a:r>
              <a:rPr lang="en-US" err="1">
                <a:ea typeface="Calibri"/>
                <a:cs typeface="Calibri"/>
              </a:rPr>
              <a:t>préparation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réunions</a:t>
            </a:r>
            <a:r>
              <a:rPr lang="en-US" dirty="0">
                <a:ea typeface="Calibri"/>
                <a:cs typeface="Calibri"/>
              </a:rPr>
              <a:t> (global)</a:t>
            </a:r>
          </a:p>
          <a:p>
            <a:pPr marL="742950" lvl="1" indent="-285750">
              <a:buFont typeface="Courier New,monospace"/>
              <a:buChar char="o"/>
            </a:pPr>
            <a:endParaRPr lang="en-US" dirty="0">
              <a:ea typeface="Calibri"/>
              <a:cs typeface="Calibri"/>
            </a:endParaRPr>
          </a:p>
          <a:p>
            <a:pPr marL="7429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dirty="0" err="1">
                <a:ea typeface="Calibri"/>
                <a:cs typeface="Calibri"/>
              </a:rPr>
              <a:t>Comprendre</a:t>
            </a:r>
            <a:r>
              <a:rPr lang="en-US" dirty="0">
                <a:ea typeface="Calibri"/>
                <a:cs typeface="Calibri"/>
              </a:rPr>
              <a:t> quoi demander au client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dirty="0" err="1">
                <a:ea typeface="Calibri"/>
                <a:cs typeface="Calibri"/>
              </a:rPr>
              <a:t>Quiproquo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l'on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pense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qu'il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veut</a:t>
            </a:r>
            <a:r>
              <a:rPr lang="en-US" dirty="0">
                <a:ea typeface="Calibri"/>
                <a:cs typeface="Calibri"/>
              </a:rPr>
              <a:t> / </a:t>
            </a:r>
            <a:r>
              <a:rPr lang="en-US" dirty="0" err="1">
                <a:ea typeface="Calibri"/>
                <a:cs typeface="Calibri"/>
              </a:rPr>
              <a:t>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qu'il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veut</a:t>
            </a:r>
          </a:p>
          <a:p>
            <a:pPr marL="742950" lvl="1" indent="-285750">
              <a:buFont typeface="Courier New,monospace"/>
              <a:buChar char="o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err="1">
                <a:ea typeface="Calibri"/>
                <a:cs typeface="Calibri"/>
              </a:rPr>
              <a:t>Espacement</a:t>
            </a:r>
            <a:r>
              <a:rPr lang="en-US">
                <a:ea typeface="Calibri"/>
                <a:cs typeface="Calibri"/>
              </a:rPr>
              <a:t> des séances :'(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dirty="0">
                <a:ea typeface="Calibri"/>
                <a:cs typeface="Calibri"/>
              </a:rPr>
              <a:t>Manque de gâteaux / </a:t>
            </a:r>
            <a:r>
              <a:rPr lang="en-US" dirty="0" err="1">
                <a:ea typeface="Calibri"/>
                <a:cs typeface="Calibri"/>
              </a:rPr>
              <a:t>salaires</a:t>
            </a:r>
            <a:endParaRPr lang="en-US" dirty="0" err="1"/>
          </a:p>
          <a:p>
            <a:pPr marL="742950" lvl="1" indent="-285750">
              <a:buFont typeface="Courier New,monospace"/>
              <a:buChar char="o"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5553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diagram&#10;&#10;AI-generated content may be incorrect.">
            <a:extLst>
              <a:ext uri="{FF2B5EF4-FFF2-40B4-BE49-F238E27FC236}">
                <a16:creationId xmlns:a16="http://schemas.microsoft.com/office/drawing/2014/main" id="{3091B2BA-808D-F84C-7F41-807C1F8B5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3538"/>
            <a:ext cx="12192000" cy="50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36911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2_Thème Office</vt:lpstr>
      <vt:lpstr>3_Thème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ENERGEN ENERGEN</dc:creator>
  <cp:revision>660</cp:revision>
  <dcterms:created xsi:type="dcterms:W3CDTF">2021-03-25T13:34:06Z</dcterms:created>
  <dcterms:modified xsi:type="dcterms:W3CDTF">2025-12-08T13:42:39Z</dcterms:modified>
</cp:coreProperties>
</file>